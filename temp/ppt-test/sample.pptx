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2E2A"/>
                </a:solidFill>
              </a:rPr>
              <a:t>开学焦虑怎么办？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6A60"/>
                </a:solidFill>
              </a:rPr>
              <a:t>写给家长的三页手册 · 心理老师周周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5E"/>
                </a:solidFill>
              </a:rPr>
              <a:t>第一步：先接住情绪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别急着讲道理，先说「我知道你有点怕」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每天留 10 分钟只听不说</a:t>
            </a:r>
            <a:endParaRPr lang="en-US" sz="1800" dirty="0"/>
          </a:p>
          <a:p>
            <a:pPr marL="342900" indent="-342900">
              <a:lnSpc>
                <a:spcPts val="3400"/>
              </a:lnSpc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把担心写下来，一起看看哪条能解决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F5E"/>
                </a:solidFill>
              </a:rPr>
              <a:t>第二步：把大目标拆小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5661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E0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今天：整理书包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明天：预习第一课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657600" cy="2377440"/>
          </a:xfrm>
          <a:prstGeom prst="rect">
            <a:avLst/>
          </a:prstGeom>
          <a:solidFill>
            <a:srgbClr val="FFD9CF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A32"/>
                </a:solidFill>
              </a:rPr>
              <a:t>小贴士：完成就打勾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2026-10-22T01:22:42Z</dcterms:created>
  <dcterms:modified xsi:type="dcterms:W3CDTF">2026-10-22T01:22:42Z</dcterms:modified>
</cp:coreProperties>
</file>